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AI ENGINEER INTERNSHIP  •  TECHNICAL CASE STUDY</a:t>
            </a:r>
          </a:p>
          <a:p>
            <a:pPr>
              <a:defRPr sz="3800" b="1">
                <a:solidFill>
                  <a:srgbClr val="0F172A"/>
                </a:solidFill>
              </a:defRPr>
            </a:pPr>
            <a:r>
              <a:t>Intelligent Document Extraction,</a:t>
            </a:r>
            <a:br/>
            <a:r>
              <a:t>Validation &amp; API Platform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AI-powered financial document extraction, validation, persistence and API platform</a:t>
            </a:r>
          </a:p>
          <a:p>
            <a:br/>
            <a:pPr>
              <a:defRPr sz="1300" b="1">
                <a:solidFill>
                  <a:srgbClr val="0284C7"/>
                </a:solidFill>
              </a:defRPr>
            </a:pPr>
            <a:r>
              <a:t>Supported Documents: Invoice  |  Balance Sheet  |  Profit &amp; Loss  |  Cash Flow Statement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PROBLEM STATEMENT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Platform Ingestion &amp; Functional Objectives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Accept financial documents through both frontend and REST APIs.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Support PDF, JPG, and PNG formats (native digital &amp; scanned images).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Support multi-page financial reports up to 3 pages per document.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Extract all meaningful visible fields, tables, and financial periods.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Return structured, consistent, deterministic JSON responses.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Validate internal financial calculations and accounting relationships.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Operational &amp; Core Extraction Principles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Store all processed results in a queryable database.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Allow structured retrieval through dedicated REST APIs.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Provide a web dashboard for viewing and inspecting documents.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• Deliver a fully working deployed solution for live technical evaluation.</a:t>
            </a:r>
          </a:p>
          <a:p>
            <a:br/>
            <a:pPr>
              <a:defRPr sz="1300" b="1">
                <a:solidFill>
                  <a:srgbClr val="D97706"/>
                </a:solidFill>
              </a:defRPr>
            </a:pPr>
            <a:r>
              <a:t>Core Extraction Principle:</a:t>
            </a:r>
          </a:p>
          <a:p>
            <a:pPr>
              <a:defRPr sz="1200" i="1">
                <a:solidFill>
                  <a:srgbClr val="0F172A"/>
                </a:solidFill>
              </a:defRPr>
            </a:pPr>
            <a:r>
              <a:t>"Missing information must be represented as null. The system must not invent or infer values."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Frontend</a:t>
            </a:r>
          </a:p>
          <a:p>
            <a:br/>
            <a:pPr>
              <a:defRPr sz="1150">
                <a:solidFill>
                  <a:srgbClr val="475569"/>
                </a:solidFill>
              </a:defRPr>
            </a:pPr>
            <a:r>
              <a:t>• HTML5, CSS3, JavaScript</a:t>
            </a:r>
            <a:br/>
            <a:r>
              <a:t>• Upload &amp; doc-type selector</a:t>
            </a:r>
            <a:br/>
            <a:r>
              <a:t>• Dashboard table</a:t>
            </a:r>
            <a:br/>
            <a:r>
              <a:t>• Comprehensive result viewer</a:t>
            </a:r>
            <a:br/>
            <a:r>
              <a:t>• Raw JSON toggle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Backend</a:t>
            </a:r>
          </a:p>
          <a:p>
            <a:br/>
            <a:pPr>
              <a:defRPr sz="1150">
                <a:solidFill>
                  <a:srgbClr val="475569"/>
                </a:solidFill>
              </a:defRPr>
            </a:pPr>
            <a:r>
              <a:t>• FastAPI async framework</a:t>
            </a:r>
            <a:br/>
            <a:r>
              <a:t>• Modular REST APIs</a:t>
            </a:r>
            <a:br/>
            <a:r>
              <a:t>• Auto Swagger/OpenAPI docs</a:t>
            </a:r>
            <a:br/>
            <a:r>
              <a:t>• Pydantic validation models</a:t>
            </a:r>
            <a:br/>
            <a:r>
              <a:t>• Structured logging &amp; errors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Processing</a:t>
            </a:r>
          </a:p>
          <a:p>
            <a:br/>
            <a:pPr>
              <a:defRPr sz="1150">
                <a:solidFill>
                  <a:srgbClr val="475569"/>
                </a:solidFill>
              </a:defRPr>
            </a:pPr>
            <a:r>
              <a:t>• Document format/integrity validation</a:t>
            </a:r>
            <a:br/>
            <a:r>
              <a:t>• PyMuPDF text &amp; 200 DPI OCR images</a:t>
            </a:r>
            <a:br/>
            <a:r>
              <a:t>• Gemini 3.6 Flash multimodal AI</a:t>
            </a:r>
            <a:br/>
            <a:r>
              <a:t>• Independent Financial Validation</a:t>
            </a:r>
            <a:br/>
            <a:r>
              <a:t>• Strict JSON schema constraints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Persistence</a:t>
            </a:r>
          </a:p>
          <a:p>
            <a:br/>
            <a:pPr>
              <a:defRPr sz="1150">
                <a:solidFill>
                  <a:srgbClr val="475569"/>
                </a:solidFill>
              </a:defRPr>
            </a:pPr>
            <a:r>
              <a:t>• SQLAlchemy 2.0 ORM</a:t>
            </a:r>
            <a:br/>
            <a:r>
              <a:t>• SQLite queryable database</a:t>
            </a:r>
            <a:br/>
            <a:r>
              <a:t>• Indexed document_name</a:t>
            </a:r>
            <a:br/>
            <a:r>
              <a:t>• Full result_json persistence</a:t>
            </a:r>
            <a:br/>
            <a:r>
              <a:t>• Upsert semantics (latest wins)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EXECUTION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End-to-End Processing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1. Upload: User selects document type and uploads PDF/JPG/PNG via Web UI or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44475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2. Document Validation: Validates format, readability, file integrity, and enforces max 3 pages limit.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3. Text Extraction / OCR: PyMuPDF extracts embedded text and renders 200 DPI page images for 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33172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4048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4. AI Field &amp; Table Extraction: Gemini 3.6 Flash extracts meaningful visible data with JSON mode.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6499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5. Structured JSON Generation: Builds normalized schema: values, confidence scores, and source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29184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36499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6. Financial Validation: Independent calculation engine reconciles document-specific accounting formulas.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5196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2511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7. Evidence &amp; Confidence: Calculates overall confidence and maps exact text quotes per field.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25196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2511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8. Store Result: Persists full JSON payload and indexed metadata into SQLite database.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21208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8523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9. PASS / FAILED Status: Assigns processing status based on file readability and pipeline success.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5212080"/>
            <a:ext cx="5212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528523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10. Dashboard &amp; API Delivery: Serves structured JSON to API caller and renders interactive view on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DOCUMENT TYPES &amp;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Supported Financial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Invoice</a:t>
            </a:r>
          </a:p>
          <a:p>
            <a:br/>
            <a:pPr>
              <a:defRPr sz="1000">
                <a:solidFill>
                  <a:srgbClr val="475569"/>
                </a:solidFill>
              </a:defRPr>
            </a:pPr>
            <a:r>
              <a:t>Extracted Information:</a:t>
            </a:r>
            <a:br/>
            <a:r>
              <a:t>Invoice number, date, vendor, customer, currency, subtotal, tax rate, tax amount, discount, total, line items (Qty, Price, Amount, VAT%), cash/change.</a:t>
            </a:r>
          </a:p>
          <a:p>
            <a:br/>
            <a:pPr>
              <a:defRPr sz="1000" b="1">
                <a:solidFill>
                  <a:srgbClr val="0F172A"/>
                </a:solidFill>
              </a:defRPr>
            </a:pPr>
            <a:r>
              <a:t>Validation Checks:</a:t>
            </a:r>
            <a:br/>
            <a:r>
              <a:t>• Qty × Unit Price ≈ Item Amount</a:t>
            </a:r>
            <a:br/>
            <a:r>
              <a:t>• sum(Line Items) ≈ Subtotal</a:t>
            </a:r>
            <a:br/>
            <a:r>
              <a:t>• Subtotal + Tax - Discount ≈ Total</a:t>
            </a:r>
            <a:br/>
            <a:r>
              <a:t>• Cash Paid - Total ≈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Balance Sheet</a:t>
            </a:r>
          </a:p>
          <a:p>
            <a:br/>
            <a:pPr>
              <a:defRPr sz="1000">
                <a:solidFill>
                  <a:srgbClr val="475569"/>
                </a:solidFill>
              </a:defRPr>
            </a:pPr>
            <a:r>
              <a:t>Extracted Information:</a:t>
            </a:r>
            <a:br/>
            <a:r>
              <a:t>Company name, title, as-of date, currency, reporting unit, auditor notes, comparative periods, Capital &amp; Liabilities schedule items, and Asset components.</a:t>
            </a:r>
          </a:p>
          <a:p>
            <a:br/>
            <a:pPr>
              <a:defRPr sz="1000" b="1">
                <a:solidFill>
                  <a:srgbClr val="0F172A"/>
                </a:solidFill>
              </a:defRPr>
            </a:pPr>
            <a:r>
              <a:t>Validation Checks:</a:t>
            </a:r>
            <a:br/>
            <a:r>
              <a:t>• Total Assets ≈ Liabilities + Equity</a:t>
            </a:r>
            <a:br/>
            <a:r>
              <a:t>  (Assets ≈ Capital &amp; Liabilities)</a:t>
            </a:r>
            <a:br/>
            <a:r>
              <a:t>• sum(Asset items) ≈ Total Assets</a:t>
            </a:r>
            <a:br/>
            <a:r>
              <a:t>• sum(C&amp;L items) ≈ Total C&amp;L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Profit &amp; Loss</a:t>
            </a:r>
          </a:p>
          <a:p>
            <a:br/>
            <a:pPr>
              <a:defRPr sz="1000">
                <a:solidFill>
                  <a:srgbClr val="475569"/>
                </a:solidFill>
              </a:defRPr>
            </a:pPr>
            <a:r>
              <a:t>Extracted Information:</a:t>
            </a:r>
            <a:br/>
            <a:r>
              <a:t>Company name, period, currency, revenue schedules (Interest earned, Other income), expenses (Interest, Operating, Provisions), profit derivations, appropriations.</a:t>
            </a:r>
          </a:p>
          <a:p>
            <a:br/>
            <a:pPr>
              <a:defRPr sz="1000" b="1">
                <a:solidFill>
                  <a:srgbClr val="0F172A"/>
                </a:solidFill>
              </a:defRPr>
            </a:pPr>
            <a:r>
              <a:t>Validation Checks:</a:t>
            </a:r>
            <a:br/>
            <a:r>
              <a:t>• sum(Income items) ≈ Total Income</a:t>
            </a:r>
            <a:br/>
            <a:r>
              <a:t>• sum(Expense items) ≈ Total Expenses</a:t>
            </a:r>
            <a:br/>
            <a:r>
              <a:t>• Total Income - Total Expenses ≈ Net Profit</a:t>
            </a:r>
            <a:br/>
            <a:r>
              <a:t>• Group Profit &amp; Appropriation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37160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55448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Cash Flow Statement</a:t>
            </a:r>
          </a:p>
          <a:p>
            <a:br/>
            <a:pPr>
              <a:defRPr sz="1000">
                <a:solidFill>
                  <a:srgbClr val="475569"/>
                </a:solidFill>
              </a:defRPr>
            </a:pPr>
            <a:r>
              <a:t>Extracted Information:</a:t>
            </a:r>
            <a:br/>
            <a:r>
              <a:t>Operating cash flow items, investing cash flow items, financing cash flow items, FX translation adjustments, net increase in cash, opening &amp; closing cash balances.</a:t>
            </a:r>
          </a:p>
          <a:p>
            <a:br/>
            <a:pPr>
              <a:defRPr sz="1000" b="1">
                <a:solidFill>
                  <a:srgbClr val="0F172A"/>
                </a:solidFill>
              </a:defRPr>
            </a:pPr>
            <a:r>
              <a:t>Validation Checks:</a:t>
            </a:r>
            <a:br/>
            <a:r>
              <a:t>• Operating + Investing + Financing + FX ≈ Net Change</a:t>
            </a:r>
            <a:br/>
            <a:r>
              <a:t>• Opening Cash + Net Change + Adjustments ≈ Closing Cash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API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REST API &amp; JSON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FastAPI Endpoints Specification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POST /api/v1/documents/process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multipart/form-data: file + document_type (invoice, balance_sheet, profit_and_loss, cash_flow_statement). Processes document and returns structured result.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GET /api/v1/documents/{document_name}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Retrieve latest processed result, extracted data, and validation audits by document name.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GET /api/v1/documents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List all processed documents with status, confidence %, and timestamp for dashboard.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GET /api/v1/health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Health check endpoint returning system status.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OpenAPI / Swagger Docs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Interactive documentation accessible at /docs and ReDoc at /redoc.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Standard Response JSON Structure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{</a:t>
            </a:r>
            <a:br/>
            <a:r>
              <a:t>  "document_name": "invoice_101.pdf",</a:t>
            </a:r>
            <a:br/>
            <a:r>
              <a:t>  "document_type": "invoice",</a:t>
            </a:r>
            <a:br/>
            <a:r>
              <a:t>  "processing_status": "PASS",</a:t>
            </a:r>
            <a:br/>
            <a:r>
              <a:t>  "overall_confidence": 0.98,</a:t>
            </a:r>
            <a:br/>
            <a:r>
              <a:t>  "file_validation": {</a:t>
            </a:r>
            <a:br/>
            <a:r>
              <a:t>    "file_type": "application/pdf",</a:t>
            </a:r>
            <a:br/>
            <a:r>
              <a:t>    "is_supported": true,</a:t>
            </a:r>
            <a:br/>
            <a:r>
              <a:t>    "is_readable": true,</a:t>
            </a:r>
            <a:br/>
            <a:r>
              <a:t>    "page_count": 1,</a:t>
            </a:r>
            <a:br/>
            <a:r>
              <a:t>    "status": "PASS"</a:t>
            </a:r>
            <a:br/>
            <a:r>
              <a:t>  },</a:t>
            </a:r>
            <a:br/>
            <a:r>
              <a:t>  "extracted_data": {</a:t>
            </a:r>
            <a:br/>
            <a:r>
              <a:t>    "invoice_number": {"value": "INV-2024", "confidence": 0.99},</a:t>
            </a:r>
            <a:br/>
            <a:r>
              <a:t>    "total_amount": {"value": 138.90, "confidence": 0.98}</a:t>
            </a:r>
            <a:br/>
            <a:r>
              <a:t>  },</a:t>
            </a:r>
            <a:br/>
            <a:r>
              <a:t>  "validation": {</a:t>
            </a:r>
            <a:br/>
            <a:r>
              <a:t>    "checks": [{"name": "total_check", "status": "PASS"}],</a:t>
            </a:r>
            <a:br/>
            <a:r>
              <a:t>    "overall_status": "PASS",</a:t>
            </a:r>
            <a:br/>
            <a:r>
              <a:t>    "issues": []</a:t>
            </a:r>
            <a:br/>
            <a:r>
              <a:t>  },</a:t>
            </a:r>
            <a:br/>
            <a:r>
              <a:t>  "processing_metadata": {</a:t>
            </a:r>
            <a:br/>
            <a:r>
              <a:t>    "ocr_used": false,</a:t>
            </a:r>
            <a:br/>
            <a:r>
              <a:t>    "processing_time_ms": 1420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FINANCIAL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Financial Validation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Mathematical Formulas by Document Type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Invoice: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Quantity × Unit Price ≈ Line Total</a:t>
            </a:r>
            <a:br/>
            <a:r>
              <a:t>• sum(Line Items) ≈ Subtotal</a:t>
            </a:r>
            <a:br/>
            <a:r>
              <a:t>• Subtotal + Tax - Discount + Rounding ≈ Total</a:t>
            </a:r>
            <a:br/>
            <a:r>
              <a:t>• Cash Paid - Total ≈ Change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Balance Sheet: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Total Assets ≈ Liabilities + Equity (Assets ≈ Capital &amp; Liabilities)</a:t>
            </a:r>
            <a:br/>
            <a:r>
              <a:t>• sum(Components) ≈ Reported Total Assets / Liabilities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Profit &amp; Loss: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sum(Income) ≈ Total Income | sum(Expense) ≈ Total Expense</a:t>
            </a:r>
            <a:br/>
            <a:r>
              <a:t>• Total Income - Total Expenditure ≈ Net Profit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Cash Flow: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Operating + Investing + Financing + FX ≈ Net Change</a:t>
            </a:r>
            <a:br/>
            <a:r>
              <a:t>• Opening Cash + Net Change + Adjustments ≈ Closing Cash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Validation Check Structure &amp; Status Rules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Every check outputs::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Formula / check name</a:t>
            </a:r>
            <a:br/>
            <a:r>
              <a:t>• Input operands</a:t>
            </a:r>
            <a:br/>
            <a:r>
              <a:t>• Calculated value (from Python math)</a:t>
            </a:r>
            <a:br/>
            <a:r>
              <a:t>• Reported value (printed on document)</a:t>
            </a:r>
            <a:br/>
            <a:r>
              <a:t>• Variance (|calculated - reported|)</a:t>
            </a:r>
            <a:br/>
            <a:r>
              <a:t>• Status (PASS / FAIL / NOT_APPLICABLE)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PASS Status: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Variance is within the allowed rounding tolerance (±1.0).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FAIL Status: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Variance exceeds tolerance; flags accounting or OCR discrepancy.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NOT_APPLICABLE Status: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Required validation field is absent from document. The system never invents or assumes missing values.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FRONTEND, DATABASE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Frontend, Persistence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Frontend Dashboard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Document type selection dropdown</a:t>
            </a:r>
            <a:br/>
            <a:r>
              <a:t>• PDF/JPG/PNG file upload</a:t>
            </a:r>
            <a:br/>
            <a:r>
              <a:t>• Real-time processing progress bar</a:t>
            </a:r>
            <a:br/>
            <a:r>
              <a:t>• Dashboard registry with status badges</a:t>
            </a:r>
            <a:br/>
            <a:r>
              <a:t>• Key-value grid with confidence tags</a:t>
            </a:r>
            <a:br/>
            <a:r>
              <a:t>• Multi-period financial table views</a:t>
            </a:r>
            <a:br/>
            <a:r>
              <a:t>• Validation checks breakdown (PASS/FAIL)</a:t>
            </a:r>
            <a:br/>
            <a:r>
              <a:t>• Missing information highlighting</a:t>
            </a:r>
            <a:br/>
            <a:r>
              <a:t>• Interactive raw JSON viewer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Relational Persistence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SQLite database via SQLAlchemy ORM</a:t>
            </a:r>
            <a:br/>
            <a:r>
              <a:t>• Full result_json payload storage</a:t>
            </a:r>
            <a:br/>
            <a:r>
              <a:t>• Indexed document_name queries</a:t>
            </a:r>
            <a:br/>
            <a:r>
              <a:t>• Queryable processing_status</a:t>
            </a:r>
            <a:br/>
            <a:r>
              <a:t>• Queryable overall_confidence</a:t>
            </a:r>
            <a:br/>
            <a:r>
              <a:t>• Created &amp; updated timestamps</a:t>
            </a:r>
            <a:br/>
            <a:r>
              <a:t>• Upsert latest-wins re-processing</a:t>
            </a:r>
            <a:br/>
            <a:r>
              <a:t>• Zero-dependency portability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Deployment &amp; Security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Public frontend &amp; backend URLs</a:t>
            </a:r>
            <a:br/>
            <a:r>
              <a:t>• Public GitHub repository</a:t>
            </a:r>
            <a:br/>
            <a:r>
              <a:t>• Interactive Swagger/OpenAPI docs</a:t>
            </a:r>
            <a:br/>
            <a:r>
              <a:t>• Dedicated /api/v1/health probe</a:t>
            </a:r>
            <a:br/>
            <a:r>
              <a:t>• Containerized on Render via Docker</a:t>
            </a:r>
            <a:br/>
            <a:r>
              <a:t>• Secrets in environment variables (.env)</a:t>
            </a:r>
            <a:br/>
            <a:r>
              <a:t>• .gitignore protects keys &amp; DB</a:t>
            </a:r>
            <a:br/>
            <a:r>
              <a:t>• Controlled errors (no raw stack traces)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TESTING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Testing &amp; Engineering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Document Type Coverage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Tested Invoice (e.g. batch1-1109.jpg)</a:t>
            </a:r>
            <a:br/>
            <a:r>
              <a:t>• Tested Balance Sheet (HDFC 2020.pdf)</a:t>
            </a:r>
            <a:br/>
            <a:r>
              <a:t>• Tested Profit &amp; Loss (HDFC 2017.pdf)</a:t>
            </a:r>
            <a:br/>
            <a:r>
              <a:t>• Tested Cash Flow Statement (HDFC 2018.pdf)</a:t>
            </a:r>
            <a:br/>
            <a:r>
              <a:t>• Tested scanned/image-based documents</a:t>
            </a:r>
            <a:br/>
            <a:r>
              <a:t>• Tested multi-page PDF statements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Validation &amp; Error Testing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Tested validation failure (real discrepancy)</a:t>
            </a:r>
            <a:br/>
            <a:r>
              <a:t>• Tested missing / unreadable fields (null)</a:t>
            </a:r>
            <a:br/>
            <a:r>
              <a:t>• Tested unsupported extension (400)</a:t>
            </a:r>
            <a:br/>
            <a:r>
              <a:t>• Tested invalid document_type (422)</a:t>
            </a:r>
            <a:br/>
            <a:r>
              <a:t>• Tested empty file upload (400)</a:t>
            </a:r>
            <a:br/>
            <a:r>
              <a:t>• Tested corrupted PDF (graceful FAIL)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Automated Test Suite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37 passing unit &amp; integration tests</a:t>
            </a:r>
            <a:br/>
            <a:r>
              <a:t>• Modular layered architecture</a:t>
            </a:r>
            <a:br/>
            <a:r>
              <a:t>• Structured application logging</a:t>
            </a:r>
            <a:br/>
            <a:r>
              <a:t>• Standard HTTP status codes</a:t>
            </a:r>
            <a:br/>
            <a:r>
              <a:t>• Robust exception isolation</a:t>
            </a:r>
            <a:br/>
            <a:r>
              <a:t>• No hardcoded extraction outputs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LIMITATIONS &amp; 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Limitations &amp; Production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Current System Boundaries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OCR quality directly depends on physical scan quality, resolution, and DPI.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Complex non-standard financial document layouts can affect extraction accuracy.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AI extraction behavior and token limits depend on multimodal model availability.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Different regional accounting conventions and document formats vary significantly.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• Free-tier container storage is ephemeral between service redeployments.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Enterprise Production Roadmap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Managed PostgreSQL with JSONB query indexing for enterprise durability.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Durable cloud object storage (AWS S3 / GCP Storage) for uploaded files.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Asynchronous task queue (Celery + Redis) for large batch processing.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Authentication, authorization, and tenant-level encryption at rest.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API rate limiting, Prometheus metrics, and OpenTelemetry tracing.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Human review (HITL) workflows for low-confidence documents.</a:t>
            </a:r>
          </a:p>
          <a:p>
            <a:br/>
            <a:pPr>
              <a:defRPr sz="1100">
                <a:solidFill>
                  <a:srgbClr val="475569"/>
                </a:solidFill>
              </a:defRPr>
            </a:pPr>
            <a:r>
              <a:t>✓ Expanded regression test datasets across international accounting layouts.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TECHNICAL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26464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1. Open Deployed Frontend: Access public live web application in any browser.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426464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2. Select Document Type: Choose Invoice, Balance Sheet, P&amp;L, or Cash Flow Statement.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76272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3. Upload Document: Attach sample PDF/JPG/PNG and click 'Process Document'.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76272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31136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4. Show Extracted Fields: Inspect key-value pairs with source quotes and confidence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80944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5. Show Line Items / Tables: Inspect tabular breakdown for items and comparative periods.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980944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035808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6. Show Financial Validation: Examine calculated vs reported values, formulas &amp; variances.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85616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7. Show Validation Status: Inspect PASS, FAIL, or NOT_APPLICABLE badges.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785616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840480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8. Open Dashboard: Navigate registry of all processed documents.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90288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45152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9. Open Raw JSON: Toggle developer raw JSON contract view.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90288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645152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10. Open Swagger UI: Navigate to /docs to test interactive endpoints.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94960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449824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11. Call GET API: Retrieve document JSON programmatically via REST API.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5394960"/>
            <a:ext cx="52120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5449824"/>
            <a:ext cx="4846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12. Show Health Endpoint: Call /api/v1/health to demonstrate system probe.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SUBMISSION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Submission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Intelligent Document Extraction, Validation &amp; API Platform  |  AI Engineer Internship Technical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Comprehensive Case Study Deliverables Checklist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Public GitHub repository                    ✓ Database / persistent storage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Live deployed frontend                      ✓ 37 automated tests passing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Live backend REST API                       ✓ All four supported document types tested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Swagger / OpenAPI URL (/docs)               ✓ Scanned &amp; image-based documents tested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Health endpoint (/api/v1/health)            ✓ Real validation failure discrepancy tested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Comprehensive README documentation          ✓ Invalid / unsupported file handling tested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Architecture diagrams &amp; design rationale    ✓ AI &amp; developer tool usage declared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✓ Technical presentation PDF &amp; PPTX           ✓ Known limitations &amp; production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984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Deployed, testable, documented and ready for technical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